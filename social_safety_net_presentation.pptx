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South Africa Social Safety Net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Analytics Presentation</a:t>
            </a:r>
          </a:p>
          <a:p>
            <a:r>
              <a:t>Prepared by Lwazi Mkovu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the growth and distribution of South Africa’s social safety net programs using socio-economic data.</a:t>
            </a:r>
          </a:p>
          <a:p/>
          <a:p>
            <a:r>
              <a:t>Focus Areas:</a:t>
            </a:r>
          </a:p>
          <a:p>
            <a:r>
              <a:t>- National coverage expansion</a:t>
            </a:r>
          </a:p>
          <a:p>
            <a:r>
              <a:t>- Social support programs</a:t>
            </a:r>
          </a:p>
          <a:p>
            <a:r>
              <a:t>- Wealth distribution equity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Clean and structure social protection data</a:t>
            </a:r>
          </a:p>
          <a:p>
            <a:r>
              <a:t>- Analyze population coverage trends</a:t>
            </a:r>
          </a:p>
          <a:p>
            <a:r>
              <a:t>- Compare safety nets vs social insurance</a:t>
            </a:r>
          </a:p>
          <a:p>
            <a:r>
              <a:t>- Visualize equity across wealth groups</a:t>
            </a:r>
          </a:p>
          <a:p>
            <a:r>
              <a:t>- Deliver data-driven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Fields:</a:t>
            </a:r>
          </a:p>
          <a:p>
            <a:r>
              <a:t>- Year</a:t>
            </a:r>
          </a:p>
          <a:p>
            <a:r>
              <a:t>- Program Type</a:t>
            </a:r>
          </a:p>
          <a:p>
            <a:r>
              <a:t>- Coverage Percentage</a:t>
            </a:r>
          </a:p>
          <a:p>
            <a:r>
              <a:t>- Wealth Quintile</a:t>
            </a:r>
          </a:p>
          <a:p>
            <a:r>
              <a:t>- Population Group</a:t>
            </a:r>
          </a:p>
          <a:p/>
          <a:p>
            <a:r>
              <a:t>Programs include cash transfers, school feeding, food vouchers, disability benefits, and public 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National Coverage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Insight:</a:t>
            </a:r>
          </a:p>
          <a:p>
            <a:r>
              <a:t>Social safety nets expanded significantly between 2005 and 2010.</a:t>
            </a:r>
          </a:p>
          <a:p/>
          <a:p>
            <a:r>
              <a:t>- Coverage exceeded 60% of the population</a:t>
            </a:r>
          </a:p>
          <a:p>
            <a:r>
              <a:t>- Continuous yearly growth observed</a:t>
            </a:r>
          </a:p>
          <a:p>
            <a:r>
              <a:t>- Increased policy reach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Support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Programs contributing to coverage:</a:t>
            </a:r>
          </a:p>
          <a:p>
            <a:r>
              <a:t>- Cash Transfers</a:t>
            </a:r>
          </a:p>
          <a:p>
            <a:r>
              <a:t>- School Feeding Programs</a:t>
            </a:r>
          </a:p>
          <a:p>
            <a:r>
              <a:t>- Food Voucher Systems</a:t>
            </a:r>
          </a:p>
          <a:p>
            <a:r>
              <a:t>- Disability Benefits</a:t>
            </a:r>
          </a:p>
          <a:p>
            <a:r>
              <a:t>- Public Works Initiatives</a:t>
            </a:r>
          </a:p>
          <a:p/>
          <a:p>
            <a:r>
              <a:t>Cash-based assistance shows strongest impact.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Equity &amp; Wealth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Coverage declines as wealth increases:</a:t>
            </a:r>
          </a:p>
          <a:p/>
          <a:p>
            <a:r>
              <a:t>- Poorest 20%: Highest coverage (~86%)</a:t>
            </a:r>
          </a:p>
          <a:p>
            <a:r>
              <a:t>- Middle 20%: Moderate coverage (~68%)</a:t>
            </a:r>
          </a:p>
          <a:p>
            <a:r>
              <a:t>- Richest 20%: Lowest coverage</a:t>
            </a:r>
          </a:p>
          <a:p/>
          <a:p>
            <a:r>
              <a:t>Indicates targeted social assistance.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Social protection effectively targets vulnerable populations</a:t>
            </a:r>
          </a:p>
          <a:p>
            <a:r>
              <a:t>- Programs improve equity outcomes</a:t>
            </a:r>
          </a:p>
          <a:p>
            <a:r>
              <a:t>- Data supports evidence-based policymaking</a:t>
            </a:r>
          </a:p>
          <a:p>
            <a:r>
              <a:t>- Expansion increased national resilience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Policy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Helps policymakers evaluate program reach</a:t>
            </a:r>
          </a:p>
          <a:p>
            <a:r>
              <a:t>- Supports strategic resource allocation</a:t>
            </a:r>
          </a:p>
          <a:p>
            <a:r>
              <a:t>- Enables monitoring of social equity</a:t>
            </a:r>
          </a:p>
          <a:p>
            <a:r>
              <a:t>- Improves decision-making through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Predictive analytics using Python</a:t>
            </a:r>
          </a:p>
          <a:p>
            <a:r>
              <a:t>- Automated data pipelines</a:t>
            </a:r>
          </a:p>
          <a:p>
            <a:r>
              <a:t>- Live economic indicator integration</a:t>
            </a:r>
          </a:p>
          <a:p>
            <a:r>
              <a:t>- Executive-level dashboards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Prepared by:</a:t>
            </a:r>
          </a:p>
          <a:p>
            <a:r>
              <a:t>Lwazi Mkovu</a:t>
            </a:r>
          </a:p>
          <a:p>
            <a:r>
              <a:t>IT Business Analysis &amp; Data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